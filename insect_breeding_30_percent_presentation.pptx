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DATA SCIENCE CAPSTONE PROJECT • REVIEW 2 (30% MILESTONE)</a:t>
            </a:r>
          </a:p>
          <a:p>
            <a:pPr>
              <a:spcAft>
                <a:spcPts val="120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Data-Driven Optimization of Selective Breeding in Insects for Aquafeed Production</a:t>
            </a:r>
          </a:p>
          <a:p>
            <a:pPr>
              <a:defRPr sz="1500">
                <a:solidFill>
                  <a:srgbClr val="CBD5E1"/>
                </a:solidFill>
                <a:latin typeface="Calibri"/>
              </a:defRPr>
            </a:pPr>
            <a:r>
              <a:t>30% Milestone Deliverable: Interactive Web UI, RESTful API, &amp; Quantitative Breeding Strategy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3891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Student: 2nd Year B.Tech / B.S. Data Science Candidate</a:t>
            </a:r>
            <a:br/>
            <a:r>
              <a:t>Faculty Guide / Mentor: Department of Data Science &amp; Biotechnology</a:t>
            </a:r>
            <a:br/>
            <a:r>
              <a:t>Academic Year: 2025–2026 | Milestone Target: 30% Completion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DATA-DRIVEN SELECTIVE BREEDING IN INSECTS • REVIEW 2 (30% MILESTONE)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Presentation Agenda &amp; 30% Milestone Review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6984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37360"/>
            <a:ext cx="102412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TOPICS COVERED IN THIS EVALUATION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1. Executive Recap: 20% Genetic Engine Foundation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2. 30% Milestone Scope &amp; Architectural Transition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3. Decoupled RESTful API Architecture (FastAPI &amp; Swagger)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4. Interactive Web Dashboard Demonstration (Streamlit &amp; Bolt UI)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5. Breeding Strategy Benchmark: Individual EBV vs. Family EBV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6. Mathematical Formulation &amp; Selection Index Theory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7. Empirical Validation &amp; Inbreeding Risk Controls (Ne = 60.0)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8. Software Verification (8/8 Passing Unit Tests) &amp; 40%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DATA-DRIVEN SELECTIVE BREEDING IN INSECTS • REVIEW 2 (30% MILESTONE)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Problem Context: The Aquaculture Protein Crisis &amp; Breeding Optimization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3736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Global Aquaculture Crisis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Over-reliance on wild-caught fishmeal is ecologically catastrophic and volatile in price ($1,800–$2,200/ton).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Black Soldier Fly (Hermetia illucens) larvae offer 40-50% crude protein, converting organic side-streams into high-value feed.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Industrial challenge: Wild-type larval yield exhibits high micro-environmental variance, limiting commercial scale.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73736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Why Selective Breeding?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Livestock and aquaculture genetics routinely achieve 10-15% cumulative genetic gains per decade.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Insect breeding yields rapid generation turnover (15-25 days/gen), offering explosive cumulative gains.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Challenge: Without genomic tracking, intense selection causes rapid inbreeding depression and colony collapse.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73736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Computational Simulation Solution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Simulating 15 generations of selection allows zero-risk strategy benchmarking before physical lab trials.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Decoupled simulation architecture enables rapid parameter exploration for farm operators and biologists.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Validates Breeder's Equation and ensures diversity safety limits (ΔF &lt; 1.0%/gen).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DATA-DRIVEN SELECTIVE BREEDING IN INSECTS • REVIEW 2 (30% MILESTONE)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Project Evolution: 20% Baseline vs. 30% Deliverables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3736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20% MILESTONE (CORE ENGINE - COMPLETED)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Core Quantitative Genetics Engine: P = μ + A + E with Mendelian sampling noise N(0, 0.5 σA²).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Paternal Half-Sib Nested Pedigree: 20 sires × 3 dams × 20 offspring = 1,200 larvae/gen.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One-Way Sire ANOVA: Variance decomposition recovering narrow-sense heritability (h² = 0.30).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Individual EBV Truncation Selection: Top 20% selected as next-generation parents.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Theoretical Gain Validation: Verification against Breeder's Equation (R = h² S).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4/4 Passing Unit Tests: Verified population dataframes and ANOVA estimators.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73736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30% MILESTONE (FULL-STACK UI &amp; STRATEGIES - DELIVERED)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Full-Stack Decoupled Architecture: FastAPI REST backend (Port 8000) with CORS support.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Interactive Dual UI: Streamlit Dashboard (Port 8501) + Bolt / Tailwind Web UI (Port 8502).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Breeding Strategy Benchmarking: Implemented &amp; compared Individual EBV vs. Full-Sib Family EBV.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Real-Time Parameter Simulation: Sliders for Sires, Dams, Clutch, Heritability, and Selection Intensity.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Swagger / OpenAPI Integration: Interactive API documentation at /docs for external client integration.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Expanded Verification Suite: 8/8 Passing Unit Tests verifying API contracts and strategy math.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DATA-DRIVEN SELECTIVE BREEDING IN INSECTS • REVIEW 2 (30% MILESTONE)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System Architecture: Decoupled Three-Tier Computational Platform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3736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Presentation Layer (Dual UI)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Streamlit Dashboard (Port 8501): Rich interactive multi-tab GUI for scientific analysis and parameter sweeps.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Bolt.new / HTML5 Web App (Port 8502): Ultra-fast Tailwind CSS + Chart.js frontend for production monitoring.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Client-side caching and dynamic charting with 60 FPS transitions.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73736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Application &amp; REST API Layer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FastAPI Microservice (Port 8000): Asynchronous request handling with Pydantic type validation.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CORS Middleware: Enables cross-origin JSON requests from any web port or external tool.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Endpoints: /api/simulate (single run), /api/compare (side-by-side benchmark), /api/config, /api/health.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73736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Core Genetics Engine Layer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NumPy &amp; Pandas Vectorized Simulation: 15 generations (18,000 individuals) executed in &lt; 50ms.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Genetics Core: ANOVA variance components, Mendelian inheritance, and Inbreeding Accumulator.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Storage &amp; Serialization: JSON payload streaming and CSV audit logs.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DATA-DRIVEN SELECTIVE BREEDING IN INSECTS • REVIEW 2 (30% MILESTONE)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Mathematical Formulation: Individual EBV vs. Family EBV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3736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STRATEGY 1: INDIVIDUAL EBV SELECTION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Individual EBV Formulation: EBV_i = h² · (P_i - P_pop)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Weights each insect solely by its own phenotypic deviation from the generation mean.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Optimal for moderate-to-high heritability (h² &gt; 0.40) where individual phenotype reflects true additive genetics.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Downside in Insects: Vulnerable to micro-environmental feeding tray noise and developmental temperature variations.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Selection Differential: S = P_selected - P_pop  ==&gt;  Breeder's Equation: R = h² · 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73736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STRATEGY 2: FULL-SIB FAMILY EBV SELECTION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Family EBV Formulation: EBV_fam = b_fam · (P_family - P_pop)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Regression Weight: b_fam = (n · h²) / [1 + (n - 1) · t], where t = h² / 2 for full-sib clutches.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Averages out individual micro-environmental noise across n = 20 clutch siblings.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Superior Accuracy: Dramatically improves selection accuracy when heritability is low (h² = 0.10–0.30).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Trade-off: Selects entire clutches together, requiring strict mating controls to prevent inbreeding spikes.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DATA-DRIVEN SELECTIVE BREEDING IN INSECTS • REVIEW 2 (30% MILESTONE)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Deliverable 1: Interactive Web Dashboard &amp; OpenAPI Interface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3736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WEB DASHBOARD CAPABILITIES (PORT 8502 / 8501)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Browser-Based Interface: Accessible at http://localhost:8502 (Bolt/Tailwind) and http://localhost:8501 (Streamlit).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Real-Time Parameter Tuning: Interactive sliders adjust sires, dams, clutch size, heritability, and selection intensity.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Dynamic Multi-Chart Visualization: Live Chart.js graphs track Larval Body Weight, Genetic Gain, and Inbreeding Rate.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Automatic Ne Calculation: Instant feedback on Effective Population Size: Ne = (4 · Ns · Nd) / (Ns + Nd).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Inbreeding Safety Badge: Color-coded alerts for inbreeding risks (Safe &lt; 10%, Warning 10-15%, Critical &gt; 15%).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73736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RESTFUL BACKEND CAPABILITIES (PORT 8000)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FastAPI Service (Port 8000): High-performance async microservice with automatic OpenAPI / Swagger UI at /docs.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POST /api/simulate: Accepts JSON config, executes 15-generation pipeline, and returns generational time-series + summary.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POST /api/compare: Executes seed-matched dual simulations (Individual vs Family EBV) in parallel.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GET /api/config &amp; /api/health: Endpoints for configuration discovery and container liveness probes.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Automated 1-Click Startup: start_all.bat launches backend and frontend concurrently.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DATA-DRIVEN SELECTIVE BREEDING IN INSECTS • REVIEW 2 (30% MILESTONE)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Deliverable 2: Empirical Benchmark — Individual vs. Family EBV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029200" cy="47548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37360"/>
            <a:ext cx="45720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EMPIRICAL OUTCOMES &amp; TRADE-OFF MATRIX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Experimental Design: 15 generations, 1,200 insects/gen, 20 sires, 60 dams, h² = 0.30, seed-matched (seed=42).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Cumulative Genetic Gain: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  • Individual EBV: +30.11 mg (+15.1% total gain, final weight = 229.49 mg)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  • Family EBV: +33.49 mg (+16.8% total gain, final weight = 232.87 mg)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  • Net Advantage: Family selection achieves +3.38 mg (+11.2% greater progress) by filtering micro-environmental noise.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Inbreeding Co-Validation: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  • Both strategies maintained identical Ne = 60.0 and final inbreeding F = 11.8% under nested mating controls.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  • Successfully kept inbreeding well below the critical commercial danger threshold (F &lt; 15%).</a:t>
            </a:r>
          </a:p>
        </p:txBody>
      </p:sp>
      <p:pic>
        <p:nvPicPr>
          <p:cNvPr id="5" name="Picture 4" descr="strateg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54480"/>
            <a:ext cx="54864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DATA-DRIVEN SELECTIVE BREEDING IN INSECTS • REVIEW 2 (30% MILESTONE)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Software Verification &amp; Theoretical Alignment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3736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AUTOMATED TEST SUITE (8/8 PASSED)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100% Automated Test Pass Rate: 8/8 Pytest test cases passed in 1.21s.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test_heritability.py: Verified ANOVA variance decomposition and sire component extraction.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test_population.py: Verified nested sex ratio, clutch size integrity, and Mendelian pedigree trees.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test_selection.py: Verified truncation ranking and strictly positive selection differential (S &gt; 0).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test_strategy_and_api.py: Verified Family EBV regression weights, REST API contracts, and summary serialization.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73736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QUANTITATIVE THEORETICAL FIT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Breeder's Equation Validation: Realized gain (+30.1 mg) closely tracks cumulative predicted response (+37.7 mg).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ANOVA Parameter Recovery: Sire-component ANOVA recovered h² = 0.29–0.395 around theoretical target (0.30).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Inbreeding Rate Precision: Realized rate ΔF = 0.83%/gen perfectly matched Wright's theoretical expectation 1/(2Ne).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Zero Drift in Unselected Traits: Control founder trait generation verified zero artificial bias.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DATA-DRIVEN SELECTIVE BREEDING IN INSECTS • REVIEW 2 (30% MILESTONE)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Summary of Achievements &amp; Next Steps (40% Milestone)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3736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30% MILESTONE ACHIEVEMENTS (COMPLETED)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20% Milestone: Core stochastic simulation engine, nested pedigree, one-way ANOVA h², Breeder's eq validation.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30% Milestone: Decoupled FastAPI backend, interactive Streamlit &amp; Bolt web dashboards, Family EBV benchmarking.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All code cleanly modularized, documented with docstrings, and verified with 8 automated unit tests.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Production launchers (start_all.bat, run_frontend_8502.bat, run_api.bat, run_dashboard.bat) established.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73736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ROADMAP TO 40% &amp; 60% MILESTONES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40% Milestone Target: Multi-Trait Selection &amp; Combined Selection Index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  1. Introduce Trait 2: Crude Protein Content (%) alongside Body Weight (mg).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  2. Model genetic correlation (r_g) and environmental correlation (r_e) via bivariate normal distributions.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  3. Implement Smith-Hazel Selection Index: I = b1 · P_weight + b2 · P_protein.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  4. Bio-Economic Value Weighting: Optimize economic return ($/ton aquafeed) balancing yield vs protein density.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  5. Interactive Multi-Trait Radar &amp; Pareto Frontiers in Web Dashboard.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